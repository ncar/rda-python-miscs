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" y="1417320"/>
            <a:ext cx="1234440" cy="12344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700784"/>
            <a:ext cx="667512" cy="6675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788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gdexcp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50976" y="3794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files &amp; directories as user 'gdexdata'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50976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D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hosts | Remote hosts | Object Store buckets | Globus endpoints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50976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00" kern="0" dirty="0">
                <a:solidFill>
                  <a:srgbClr val="7E9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NSF NCAR  ·  Research Data Archive (RDA / GDEX)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gdexcp does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command-line copy tool for the data archive. Source and target may each live on a local host, a remote host, an Object Store bucket, or a Globus endpoint. Target files are written owned by 'gdexdata' with configurable permissions.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4048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53288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865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Runs as 'gdexdata'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32688" y="306324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Setuid tool. Targets are owned by the common archive user with modes you set (-F / -D).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21488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4048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53288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13248" y="23865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source ↔ any target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45736" y="306324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remote host, Object Store bucket, or Globus endpoint — in any combination.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66176" y="2148840"/>
            <a:ext cx="3630168" cy="2148840"/>
          </a:xfrm>
          <a:prstGeom prst="roundRect">
            <a:avLst>
              <a:gd name="adj" fmla="val 3404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522208" y="24048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2532888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26296" y="23865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&amp; scalable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58784" y="3063240"/>
            <a:ext cx="3081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many files at once with -m, or queue a delayed PBS batch job with -d.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40080" y="4617720"/>
            <a:ext cx="10972800" cy="566928"/>
          </a:xfrm>
          <a:prstGeom prst="roundRect">
            <a:avLst>
              <a:gd name="adj" fmla="val 9677"/>
            </a:avLst>
          </a:prstGeom>
          <a:solidFill>
            <a:srgbClr val="11203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841248" y="4727448"/>
            <a:ext cx="106070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gdexcp -r -f *  -t /PathTo/d277006/  -th castle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any directory. With no source paths, gdexcp prints its usage.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Specifying source and target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OPTIONS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40680" cy="1600200"/>
          </a:xfrm>
          <a:prstGeom prst="roundRect">
            <a:avLst>
              <a:gd name="adj" fmla="val 457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536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642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179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   From directories / files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19456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option — paths may be given with no flag. Shell wildcards work; use ./ or * for everything here. A trailing / copies a directory's contents as a list rather than the directory itself.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536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6642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517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   Input file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1945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 listing source paths, one per line. Blank lines and lines starting with # are ignored. Read paths are appended to the -f list.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0632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3192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4472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009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-t   To directory / file name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688" y="397764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directory or file. Defaults to '.'. A trailing / forces directory treatment. Multiple sources cannot go to one target file name.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06324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492240" y="3200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Trailing-slash rule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92240" y="3566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DirName/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copies the contents only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92240" y="3913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DirName</a:t>
            </a:r>
            <a:pPr indent="0" marL="0"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copies the directory itself too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0080" y="470916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841248" y="481888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gdexcp -i filelist.txt -t /PathTo/d277006/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Source / target locations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DATA LIVES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is the local host. Add a 'from' (-f*) and/or 'to' (-t*) location flag to copy across hosts, buckets, or endpoints.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71116" y="210312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4852" y="2295144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2971800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Remote host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38328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-fh FromHostName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-th ToHostName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453128" y="182880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884164" y="210312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0" y="2295144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53128" y="2971800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Store bucket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27448" y="338328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-fb FromBucket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-tb ToBucket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266176" y="1828800"/>
            <a:ext cx="3630168" cy="2286000"/>
          </a:xfrm>
          <a:prstGeom prst="roundRect">
            <a:avLst>
              <a:gd name="adj" fmla="val 32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697212" y="2103120"/>
            <a:ext cx="768096" cy="76809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0948" y="2295144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66176" y="2971800"/>
            <a:ext cx="3630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Globus endpoint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0496" y="3383280"/>
            <a:ext cx="3081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-fp FromEndpoint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-tp ToEndpoint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4526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pPr indent="0" marL="0">
              <a:lnSpc>
                <a:spcPct val="110000"/>
              </a:lnSpc>
              <a:buNone/>
            </a:pPr>
            <a:r>
              <a:rPr lang="en-US" sz="135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Globus endpoint is locally accessible, a direct local copy (omit -fp/-tp, give the local path) is faster — it avoids the Globus transfer overhead.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Controlling the copy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 BEHAVIOR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4904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1848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4721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-r  /  -R level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14884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with no limit (-r), or up to a given depth (-R). -R 1 copies only the immediate contents.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53128" y="123444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4904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161848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13248" y="14721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  override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45736" y="214884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default a target with the same size is skipped. -O copies anyway and overwrites the existing target.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266176" y="123444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22208" y="149047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4" y="161848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26296" y="1472184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  force owner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558784" y="214884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a downloaded file to be owned by 'gdexdata' (requires -fp; download-to-local only).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33375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21295C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34564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Same-size skip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68680" y="3822192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missing or different size</a:t>
            </a:r>
            <a:pPr indent="0" marL="0">
              <a:buNone/>
            </a:pPr>
            <a:r>
              <a:rPr lang="en-US" sz="1350" b="1" dirty="0">
                <a:solidFill>
                  <a:srgbClr val="23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copy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Same size</a:t>
            </a:r>
            <a:pPr indent="0" marL="0">
              <a:buNone/>
            </a:pPr>
            <a:r>
              <a:rPr lang="en-US" sz="1350" b="1" dirty="0">
                <a:solidFill>
                  <a:srgbClr val="F0B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skip 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add </a:t>
            </a:r>
            <a:pPr indent="0" marL="0">
              <a:buNone/>
            </a:pPr>
            <a:r>
              <a:rPr lang="en-US" sz="135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-O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always overwrite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0080" y="461772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41248" y="472744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gdexcp -r -f /PathTo/DirectoryName/ -t /PathTo/d277006/ -th castle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Going parallel &amp; running later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SCALE: -M AND -D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536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66420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179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  ProcessCount  (default 1)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1945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in parallel across that many child processes. The source list is distributed across the workers automatically. Capped at 16 — a larger value is reduced to 16 with a warning.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257800" cy="2011680"/>
          </a:xfrm>
          <a:prstGeom prst="roundRect">
            <a:avLst>
              <a:gd name="adj" fmla="val 3636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5361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66420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5179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  delayed PBS batch job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194560"/>
            <a:ext cx="4709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this command as a dscheck record; the dscheck daemon submits it later to PBS via bashqsub / tcshqsub. The actual copy then runs unattended.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47472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749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08760" y="36393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PBS resources reserved by -d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08760" y="4041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Always: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walltime.</a:t>
            </a:r>
            <a:pPr indent="0" marL="0">
              <a:buNone/>
            </a:pPr>
            <a:r>
              <a:rPr lang="en-US" sz="13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With -m N (&gt;1): </a:t>
            </a:r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node, N cpus, 1 GB memory per cpu.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437083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 walltime=24:00:00,select=1:ncpus=N:mem=Ngb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40080" y="4892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i="1" dirty="0">
                <a:solidFill>
                  <a:srgbClr val="C056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Warning: </a:t>
            </a:r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queue one batch job to copy too many files — if it can't finish within 24 hours the job is killed. Split very large copies into several -d jobs and/or raise -m.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Permissions &amp; the rest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6459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MODES · HELP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40680" cy="1554480"/>
          </a:xfrm>
          <a:prstGeom prst="roundRect">
            <a:avLst>
              <a:gd name="adj" fmla="val 4706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6276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755648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0934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-F  FileMode   (default 664)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32688" y="22860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permission mode applied to target files.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257800" cy="1554480"/>
          </a:xfrm>
          <a:prstGeom prst="roundRect">
            <a:avLst>
              <a:gd name="adj" fmla="val 4706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62763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1755648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60934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-D  DirectoryMode  (default 775)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556248" y="22860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Octal permission mode applied to target directories.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10896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96112" y="33649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349300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3467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   Help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32688" y="40233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the full usage document.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108960"/>
            <a:ext cx="5257800" cy="1371600"/>
          </a:xfrm>
          <a:prstGeom prst="roundRect">
            <a:avLst>
              <a:gd name="adj" fmla="val 5333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3364992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493008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346704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Readable by 'gdexdata'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556248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paths must be readable by gdexdata; gdexcp tries to fix the mode when they are not.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4754880"/>
            <a:ext cx="10972800" cy="548640"/>
          </a:xfrm>
          <a:prstGeom prst="roundRect">
            <a:avLst>
              <a:gd name="adj" fmla="val 10000"/>
            </a:avLst>
          </a:prstGeom>
          <a:solidFill>
            <a:srgbClr val="11203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41248" y="4864608"/>
            <a:ext cx="1060704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gdexcp -f /PathTo/myfile.nc -tb my-bucket -t myfile.nc -F 644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3B5A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gdexcp commands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60934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609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49047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everything under the cwd to a remote host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-r -f * -t /PathTo/d277006/ -th castle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295144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10" name="Shape 8"/>
          <p:cNvSpPr/>
          <p:nvPr/>
        </p:nvSpPr>
        <p:spPr>
          <a:xfrm>
            <a:off x="841248" y="248716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487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2368296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single file to an Object Store bucket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417320" y="2660904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-f /PathTo/myfile.nc -tb my-bucket -t myfile.nc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172968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3649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364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32461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files from a remote host to the local cwd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417320" y="35387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-fh castle -f /PathTo/d277006/myfile.nc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0792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" y="4242816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2428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17320" y="4123944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Globus, force 'gdexdata' ownership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417320" y="4416552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-fp gdex-quasar -f /d277006/myfile.nc -t /PathTo/myfile.nc -o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928616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" y="512064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" y="5120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17320" y="50017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path list using 4 parallel processes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1417320" y="5294376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-i filelist.txt -t /PathTo/d277006/ -m 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806440"/>
            <a:ext cx="10972800" cy="786384"/>
          </a:xfrm>
          <a:prstGeom prst="roundRect">
            <a:avLst>
              <a:gd name="adj" fmla="val 5814"/>
            </a:avLst>
          </a:prstGeom>
          <a:solidFill>
            <a:srgbClr val="11203A"/>
          </a:solidFill>
          <a:ln/>
        </p:spPr>
      </p:sp>
      <p:sp>
        <p:nvSpPr>
          <p:cNvPr id="30" name="Shape 28"/>
          <p:cNvSpPr/>
          <p:nvPr/>
        </p:nvSpPr>
        <p:spPr>
          <a:xfrm>
            <a:off x="841248" y="599846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5998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7320" y="5879592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 delayed parallel PBS batch copy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417320" y="6172200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B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D6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gdexcp -r -f /PathTo/DirectoryName/ -t /PathTo/d277006/ -m 4 -d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011680"/>
            <a:ext cx="5029200" cy="5029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things to remember</a:t>
            </a:r>
            <a:endParaRPr lang="en-US" sz="3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09928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3677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Trailing / on a source copies its contents; without it the directory itself is copied too.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423160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23500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Same-size targets are skipped by default — use -O to force an overwrite.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136392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30632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Locally-accessible Globus endpoint? A direct local copy is faster than -fp/-tp.</a:t>
            </a:r>
            <a:endParaRPr lang="en-US" sz="15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849624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34440" y="377647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 runs parallel copies (max 16); -d queues a 24-hour PBS batch job.</a:t>
            </a:r>
            <a:endParaRPr lang="en-US" sz="15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62856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234440" y="448970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pack one -d job with too many files — split large copies so they finish in 24 h.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77724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 gdexcp -h  for the full usage document.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gdexcp</dc:title>
  <dc:subject>PptxGenJS Presentation</dc:subject>
  <dc:creator>NSF NCAR / RDA</dc:creator>
  <cp:lastModifiedBy>NSF NCAR / RDA</cp:lastModifiedBy>
  <cp:revision>1</cp:revision>
  <dcterms:created xsi:type="dcterms:W3CDTF">2026-06-24T15:47:31Z</dcterms:created>
  <dcterms:modified xsi:type="dcterms:W3CDTF">2026-06-24T15:47:31Z</dcterms:modified>
</cp:coreProperties>
</file>